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600" b="1">
                <a:solidFill>
                  <a:srgbClr val="1A1A1A"/>
                </a:solidFill>
              </a:rPr>
              <a:t>테스트</a:t>
            </a:r>
          </a:p>
          <a:p>
            <a:pPr algn="l"/>
            <a:r>
              <a:rPr sz="5600" b="1">
                <a:solidFill>
                  <a:srgbClr val="1A1A1A"/>
                </a:solidFill>
              </a:rPr>
              <a:t>제안서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6400800"/>
            <a:ext cx="1069848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추진 절차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731520" cy="731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2743200"/>
            <a:ext cx="731520" cy="731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645920" y="3108960"/>
            <a:ext cx="475488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32320" y="3108960"/>
            <a:ext cx="1554480" cy="0"/>
          </a:xfrm>
          <a:prstGeom prst="line">
            <a:avLst/>
          </a:prstGeom>
          <a:ln w="19050">
            <a:solidFill>
              <a:srgbClr val="1A1A1A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