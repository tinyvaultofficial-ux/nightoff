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1 · 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1 · 표지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1 · 표지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1 · 표지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1 · 표지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2 ·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2 ·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2 · 목차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2 · 목차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2 · 목차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3 · Ⅰ.1 추진배경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3 · Ⅰ.1 추진배경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3 · Ⅰ.1 추진배경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3 · Ⅰ.1 추진배경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3 · Ⅰ.1 추진배경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4 ·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4 ·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4 · 마무리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4 · 마무리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aperlogy 8 ExtraBold"/>
              </a:rPr>
              <a:t>슬라이드 4 · 마무리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Paperlogy 4 Regular"/>
              </a:rPr>
              <a:t>본문 내용 빽빽하게 채움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