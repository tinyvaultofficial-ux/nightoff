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914400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  <a:latin typeface="Paperlogy 8 ExtraBold"/>
              </a:rPr>
              <a:t>슬라이드 1 · 표지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91440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Paperlogy 4 Regular"/>
              </a:rPr>
              <a:t>본문 내용 빽빽하게 채움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914400"/>
            <a:ext cx="914400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  <a:latin typeface="Paperlogy 8 ExtraBold"/>
              </a:rPr>
              <a:t>슬라이드 1 · 표지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86000"/>
            <a:ext cx="91440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Paperlogy 4 Regular"/>
              </a:rPr>
              <a:t>본문 내용 빽빽하게 채움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914400"/>
            <a:ext cx="914400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  <a:latin typeface="Paperlogy 8 ExtraBold"/>
              </a:rPr>
              <a:t>슬라이드 1 · 표지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286000"/>
            <a:ext cx="91440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Paperlogy 4 Regular"/>
              </a:rPr>
              <a:t>본문 내용 빽빽하게 채움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914400"/>
            <a:ext cx="914400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  <a:latin typeface="Paperlogy 8 ExtraBold"/>
              </a:rPr>
              <a:t>슬라이드 1 · 표지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286000"/>
            <a:ext cx="91440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Paperlogy 4 Regular"/>
              </a:rPr>
              <a:t>본문 내용 빽빽하게 채움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914400"/>
            <a:ext cx="914400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  <a:latin typeface="Paperlogy 8 ExtraBold"/>
              </a:rPr>
              <a:t>슬라이드 1 · 표지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2286000"/>
            <a:ext cx="91440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Paperlogy 4 Regular"/>
              </a:rPr>
              <a:t>본문 내용 빽빽하게 채움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914400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  <a:latin typeface="Paperlogy 8 ExtraBold"/>
              </a:rPr>
              <a:t>슬라이드 2 · 목차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91440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Paperlogy 4 Regular"/>
              </a:rPr>
              <a:t>본문 내용 빽빽하게 채움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914400"/>
            <a:ext cx="914400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  <a:latin typeface="Paperlogy 8 ExtraBold"/>
              </a:rPr>
              <a:t>슬라이드 2 · 목차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86000"/>
            <a:ext cx="91440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Paperlogy 4 Regular"/>
              </a:rPr>
              <a:t>본문 내용 빽빽하게 채움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914400"/>
            <a:ext cx="914400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  <a:latin typeface="Paperlogy 8 ExtraBold"/>
              </a:rPr>
              <a:t>슬라이드 2 · 목차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286000"/>
            <a:ext cx="91440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Paperlogy 4 Regular"/>
              </a:rPr>
              <a:t>본문 내용 빽빽하게 채움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914400"/>
            <a:ext cx="914400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  <a:latin typeface="Paperlogy 8 ExtraBold"/>
              </a:rPr>
              <a:t>슬라이드 2 · 목차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286000"/>
            <a:ext cx="91440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Paperlogy 4 Regular"/>
              </a:rPr>
              <a:t>본문 내용 빽빽하게 채움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914400"/>
            <a:ext cx="914400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  <a:latin typeface="Paperlogy 8 ExtraBold"/>
              </a:rPr>
              <a:t>슬라이드 2 · 목차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2286000"/>
            <a:ext cx="91440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Paperlogy 4 Regular"/>
              </a:rPr>
              <a:t>본문 내용 빽빽하게 채움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914400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  <a:latin typeface="Paperlogy 8 ExtraBold"/>
              </a:rPr>
              <a:t>슬라이드 3 · Ⅰ.1 추진배경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91440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Paperlogy 4 Regular"/>
              </a:rPr>
              <a:t>본문 내용 빽빽하게 채움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914400"/>
            <a:ext cx="914400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  <a:latin typeface="Paperlogy 8 ExtraBold"/>
              </a:rPr>
              <a:t>슬라이드 3 · Ⅰ.1 추진배경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86000"/>
            <a:ext cx="91440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Paperlogy 4 Regular"/>
              </a:rPr>
              <a:t>본문 내용 빽빽하게 채움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914400"/>
            <a:ext cx="914400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  <a:latin typeface="Paperlogy 8 ExtraBold"/>
              </a:rPr>
              <a:t>슬라이드 3 · Ⅰ.1 추진배경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286000"/>
            <a:ext cx="91440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Paperlogy 4 Regular"/>
              </a:rPr>
              <a:t>본문 내용 빽빽하게 채움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914400"/>
            <a:ext cx="914400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  <a:latin typeface="Paperlogy 8 ExtraBold"/>
              </a:rPr>
              <a:t>슬라이드 3 · Ⅰ.1 추진배경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286000"/>
            <a:ext cx="91440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Paperlogy 4 Regular"/>
              </a:rPr>
              <a:t>본문 내용 빽빽하게 채움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914400"/>
            <a:ext cx="914400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  <a:latin typeface="Paperlogy 8 ExtraBold"/>
              </a:rPr>
              <a:t>슬라이드 3 · Ⅰ.1 추진배경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2286000"/>
            <a:ext cx="91440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Paperlogy 4 Regular"/>
              </a:rPr>
              <a:t>본문 내용 빽빽하게 채움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914400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  <a:latin typeface="Paperlogy 8 ExtraBold"/>
              </a:rPr>
              <a:t>슬라이드 4 · 마무리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91440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Paperlogy 4 Regular"/>
              </a:rPr>
              <a:t>본문 내용 빽빽하게 채움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914400"/>
            <a:ext cx="914400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  <a:latin typeface="Paperlogy 8 ExtraBold"/>
              </a:rPr>
              <a:t>슬라이드 4 · 마무리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86000"/>
            <a:ext cx="91440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Paperlogy 4 Regular"/>
              </a:rPr>
              <a:t>본문 내용 빽빽하게 채움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914400"/>
            <a:ext cx="914400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  <a:latin typeface="Paperlogy 8 ExtraBold"/>
              </a:rPr>
              <a:t>슬라이드 4 · 마무리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286000"/>
            <a:ext cx="91440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Paperlogy 4 Regular"/>
              </a:rPr>
              <a:t>본문 내용 빽빽하게 채움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914400"/>
            <a:ext cx="914400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  <a:latin typeface="Paperlogy 8 ExtraBold"/>
              </a:rPr>
              <a:t>슬라이드 4 · 마무리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286000"/>
            <a:ext cx="91440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Paperlogy 4 Regular"/>
              </a:rPr>
              <a:t>본문 내용 빽빽하게 채움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914400"/>
            <a:ext cx="914400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  <a:latin typeface="Paperlogy 8 ExtraBold"/>
              </a:rPr>
              <a:t>슬라이드 4 · 마무리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2286000"/>
            <a:ext cx="91440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Paperlogy 4 Regular"/>
              </a:rPr>
              <a:t>본문 내용 빽빽하게 채움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