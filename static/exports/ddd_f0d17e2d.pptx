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</a:rPr>
              <a:t>Ⅰ. 제안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</a:rPr>
              <a:t>가정의 달, 과학관에서 만드는</a:t>
            </a:r>
          </a:p>
          <a:p>
            <a:pPr algn="l"/>
            <a:r>
              <a:rPr sz="4200" b="1">
                <a:solidFill>
                  <a:srgbClr val="1A1A1A"/>
                </a:solidFill>
              </a:rPr>
              <a:t>온 가족의 설렘과 기억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286000"/>
            <a:ext cx="1097280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560320"/>
            <a:ext cx="502920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■ 현황(AS-IS)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연 1회 행사, 참여 6,000명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무료 체험 2종, 유료 프로그램 한정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오후 시간대 관중 집중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아동 중심 프로그램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만족도 조사 단순 평가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■ 과제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전 연령대(부모·조부모) 참여 기회 제한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프로그램 다양성 부족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· 행사 전후 기억도 약함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502920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■ 목표(TO-BE)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참여 12,000명 (연 100만 방문객 중)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무료 5종, 유료 메이킹 2종, 특별공연 1회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오전~오후 전 시간대 균등 분산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전 연령대(2~80세) 동시 참여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행사 후 3개월 재방문율 30% 이상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■ 우리의 차별점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생성형 AI 기반 5코스 방탈출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가족 미션 챌린지(연령별 난이도 분리)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· 현장 안전관리 3중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국립부산과학관 · Ⅰ. 제안 개요 ·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</a:rPr>
              <a:t>Ⅰ. 제안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</a:rPr>
              <a:t>AI 과학, 가족 미션, 함께 만드는 경험 여정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97280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AI × 과학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743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생성형 AI 기반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방탈출 5코스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(40분 완료)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문제 풀이 과정에서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AI 원리 체험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2743200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3774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가족 × 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43200"/>
            <a:ext cx="2743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전 연령대 동시참여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챌린지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(유아~성인)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연령별 난이도 분리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단계적 성취감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931920"/>
            <a:ext cx="2743200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체험 × 기억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743200"/>
            <a:ext cx="2743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5시간 여정에서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만드는 각자의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순간들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 SNS 공유 + 인생네컷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기념품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931920"/>
            <a:ext cx="2743200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2377440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안전 × 신뢰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743200"/>
            <a:ext cx="1371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현장 3중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안전체계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(배치→모니터→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대응)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3931920"/>
            <a:ext cx="1371600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</a:rPr>
              <a:t>▼ 행사 여정 (5월 2~5일, 3일간 · 10:00~17:00)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6459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① 입장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&amp; 오리엔테이션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(10~10:30)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행사 패스포트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배부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미션 설명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663440"/>
            <a:ext cx="16459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② 무료 체험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5종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(10:30~12:30)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로봇 조립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AI 웹툰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화석발굴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지진탐지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미래도시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63440"/>
            <a:ext cx="16459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③ AI 방탈출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5코스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(13:00~14:00)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코스별 40분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문제해결형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가족 협력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63440"/>
            <a:ext cx="16459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④ 유료 메이킹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2종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(14:00~15:30)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머그 DIY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팔찌 제작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현장 패키징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663440"/>
            <a:ext cx="16459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⑤ 특별 공연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유명 유튜버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과학쇼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15:30~16:00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가족 참여형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마술·실험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663440"/>
            <a:ext cx="137160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⑥ 퇴장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&amp; 기념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인생네컷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AI 포토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/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경품 추첨</a:t>
            </a:r>
          </a:p>
          <a:p>
            <a:pPr algn="ctr"/>
            <a:r>
              <a:rPr sz="1000" b="0">
                <a:solidFill>
                  <a:srgbClr val="444444"/>
                </a:solidFill>
              </a:rPr>
              <a:t>(16:30~17:00)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국립부산과학관 · Ⅰ. 제안 개요 ·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</a:rPr>
              <a:t>Ⅰ. 제안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</a:rPr>
              <a:t>4대 강점으로 완성하는 성공의 조건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97280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2468880"/>
            <a:ext cx="265176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2651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생성형 AI 방탈출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28600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· ChatGPT 기반 5코스 방탈출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40분 내 완료 가능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난이도 A/B/C 분리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가족 협력형 문제설계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성공 시 스탬프 획득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실제 구축 경력: 강남미래교육센터 'AI 웹툰·음악' 프로그램 (2024년 운영)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468880"/>
            <a:ext cx="265176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468880"/>
            <a:ext cx="2651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51460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전 연령 미션 챌린지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228600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· 유아(2~5세) 미션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아동(6~12세) 미션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청소년·성인(13~65세) 미션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어르신(66세+) 미션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패스포트 스탬프 5개 = 경품 추첨권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설계 경험: 강남미래교육센터 '메이커스 과학의 날' (매년 4월, 2,000명 참여)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468880"/>
            <a:ext cx="265176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468880"/>
            <a:ext cx="26517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2651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현장 안전관리 3중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108960"/>
            <a:ext cx="228600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· 배치: 구역별 안전요원 15명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모니터: 실시간 CCTV 5대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대응: 응급처치팀 현장 상주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기상재난: D-7 대체계획 수립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개인정보: 당일 폐기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사례: K-FOOD FAIR 2014, 홍보관 박람회 (연 15만명 안전 관리)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468880"/>
            <a:ext cx="2194560" cy="34747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2468880"/>
            <a:ext cx="21945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51460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실시간 만족도 추적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108960"/>
            <a:ext cx="182880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· QR 현장 만족도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1~5점 즉시 평가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NPS(순추천고객지수)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D+3 집계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개선안 제시</a:t>
            </a:r>
          </a:p>
          <a:p>
            <a:pPr algn="l"/>
            <a:r>
              <a:rPr sz="1000" b="0">
                <a:solidFill>
                  <a:srgbClr val="444444"/>
                </a:solidFill>
              </a:rPr>
              <a:t>· 행사 후 정밀 심층 조사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✓ 우리는 축제·행사 전문 기획사로서 강남미래교육센터·G-FAIR·K-FOOD FAIR·인천공항 문화공연 등에서</a:t>
            </a:r>
          </a:p>
          <a:p>
            <a:pPr algn="l"/>
            <a:r>
              <a:rPr sz="1000" b="0">
                <a:solidFill>
                  <a:srgbClr val="666666"/>
                </a:solidFill>
              </a:rPr>
              <a:t>   가족 참여형 프로그램 설계·운영해 온 8년 경력의 팀입니다. 부산과학관의 '뚝딱뚝딱 패밀리 챌린지'도</a:t>
            </a:r>
          </a:p>
          <a:p>
            <a:pPr algn="l"/>
            <a:r>
              <a:rPr sz="1000" b="0">
                <a:solidFill>
                  <a:srgbClr val="666666"/>
                </a:solidFill>
              </a:rPr>
              <a:t>   이 경험들의 집대성으로 완성하겠습니다.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국립부산과학관 · Ⅰ. 제안 개요 · 3/16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